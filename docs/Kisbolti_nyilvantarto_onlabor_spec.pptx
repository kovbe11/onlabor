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60" r:id="rId3"/>
    <p:sldId id="259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63FE5-D6F7-4968-829B-2C45FFFCEE3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D4ADE1-B9D7-4340-BCC4-3F5C9A2F99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261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B6CEF-C634-4134-9AF3-4BA4008E67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85F771-6D55-4543-8C50-3EE90E02DA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6C4CA-2CEC-4EBE-AA9E-B9FBB5B4F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6D246B-455F-41CE-B7E7-0BAEE8365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EF026-6497-4BCE-ACE4-1522F8187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05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3309-20BB-474C-AC5F-53F307788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AE959-D398-45AB-BD95-E510B592A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4FFD1-6DE5-4291-AA5C-E7E16A4B9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8DB05-F95D-495D-98FB-5D1220E54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ACFC3-0227-472D-8605-EF278362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771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4AED-29A0-45AC-9253-220D9F466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228DD6-E641-4778-9D81-5FB9FAA235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4346FE-4EA4-410E-83CC-DB0ED70EB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08163-AE93-4DD8-AF51-9CBDFB18F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F75EB-1B71-4C3A-B786-C120B30A4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17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98D52-065E-42EB-952B-208D92ABB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2FD4A-EC2C-4675-99D6-DF9D97D1F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B9571-435E-4AA1-AF6D-AD29E7C6FB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F49526-E772-456C-A8BA-42C23A278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F5C28A-6FF0-4E6A-A40D-8C0DAD227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8D3185-CC65-4F35-9E96-2BFB9CDB0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06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3B80A-D113-4741-B097-E52C7C051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1493-A9D4-4D46-82BD-66906F807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7785E4-139A-478A-93AB-B3C9C2CAC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049A5A-72F0-4F74-9AB1-8EC0118B3E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B5FC0-6182-4D8D-9513-ECEBD3854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BB56E-CEF9-484F-B6D3-093367C0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D605C4-3525-484B-AE74-1478D92A6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1B9AE0-0455-483E-870C-FC4001E8A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727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F3B14-6191-4A2C-BA64-8A2E241F1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119EB-174A-4734-BE44-F21ABC920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BEF54-6885-4027-89FF-33C4B6B7C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15AD-F193-4303-9D88-06F44987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2229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8BDDF-C9CD-4A52-ADFB-55676C1A7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D29D96-DB9A-4187-96C7-15660066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8A6A06-F57D-449C-A170-7DB9C6594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89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A2FEA-7569-4CDF-867C-3EA727CA3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007BB-A0FE-442F-BB4B-548AD6E4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81B155-54B2-433B-AF95-D204224CA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9E7D1F-2CFD-44B2-98B9-1AB1FF85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8F507C-B67D-4B8A-AB3B-2C962D48F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CB32FF-D985-441B-A9FD-6A2DB74CF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63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FF7F-4065-42D7-B24B-CBBB44D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20D9F-5205-47CF-B134-B4F6EFBDC4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4F38C-EDF0-473D-A34D-24088F728C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7BBEB5-0ABB-4E93-A461-D2920986F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42E792-E2BE-45D7-A258-E20257081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4797CC-B148-4878-AC2C-A081B854F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81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7B1F3-6460-49D9-8ED8-79669A763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0E9B00-0BFD-4BF6-880D-0C5A1F611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36CDA3-6067-4F22-926D-2DB6E2E9F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79389-340C-424F-B0A5-F10264B48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62046-9DC8-44EB-8AC6-911BD2579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21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CA201D-2CC7-4719-A85D-2F2E447233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7ECAFC-3DC3-4181-B36C-0D7D90F78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0F2A6-5FA0-4CC0-86F1-2CE1A316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69A265-626C-48A1-9D10-CF1C60010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3F1AFC-3A6C-4851-9A2E-BCEF75FC7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29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B1E539-05B6-4A11-879F-F35C17090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3D715-BA86-4BFE-81AC-596D7ABF5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C1835-9A5B-4809-97E0-911C9D1EA6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463AD6-D978-4FB6-BDF5-E389EDC37124}" type="datetimeFigureOut">
              <a:rPr lang="en-US" smtClean="0"/>
              <a:t>2/23/2021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86D9A-B682-42B5-876A-64763466EC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1911-AB73-4741-A76F-676E22C193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B6AE99-98F9-41B4-909A-5341CDFCCB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76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wagger-api/swagger-cod" TargetMode="External"/><Relationship Id="rId2" Type="http://schemas.openxmlformats.org/officeDocument/2006/relationships/hyperlink" Target="https://github.com/OAI/OpenAPI-Specification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70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AA948-207C-4A1C-9223-7DD32162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US" sz="4100" dirty="0" err="1">
                <a:solidFill>
                  <a:schemeClr val="bg1"/>
                </a:solidFill>
              </a:rPr>
              <a:t>Kisbolti</a:t>
            </a:r>
            <a:r>
              <a:rPr lang="en-US" sz="4100" dirty="0">
                <a:solidFill>
                  <a:schemeClr val="bg1"/>
                </a:solidFill>
              </a:rPr>
              <a:t> </a:t>
            </a:r>
            <a:r>
              <a:rPr lang="en-US" sz="4100" dirty="0" err="1">
                <a:solidFill>
                  <a:schemeClr val="bg1"/>
                </a:solidFill>
              </a:rPr>
              <a:t>nyilvántartó</a:t>
            </a:r>
            <a:endParaRPr lang="en-US" sz="4100" dirty="0">
              <a:solidFill>
                <a:schemeClr val="bg1"/>
              </a:solidFill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5EECD4E-B325-40D8-A1BD-DB2C98F54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383121"/>
            <a:ext cx="3582072" cy="2793251"/>
          </a:xfrm>
        </p:spPr>
        <p:txBody>
          <a:bodyPr anchor="t"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Statisztikák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vállalkozás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anyagi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helyzetéről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Áru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készlet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monitorozása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Nyilvántartás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megkönnyítése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30DD456-E829-402B-8089-52714B62C7D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7" r="18265" b="-3"/>
          <a:stretch/>
        </p:blipFill>
        <p:spPr>
          <a:xfrm>
            <a:off x="4811160" y="681628"/>
            <a:ext cx="7184245" cy="5242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78125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9FB15-FF23-496E-A2EE-7395D21E1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289146"/>
            <a:ext cx="4153626" cy="42797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Actorok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és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szerepkörök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78784EB-6AF5-424C-BD44-8EF5F0B17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0545" y="1821076"/>
            <a:ext cx="5347252" cy="456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14300" algn="l"/>
            <a:r>
              <a:rPr lang="en-US" sz="1700" dirty="0"/>
              <a:t>Az </a:t>
            </a:r>
            <a:r>
              <a:rPr lang="en-US" sz="1700" dirty="0" err="1"/>
              <a:t>önlabor</a:t>
            </a:r>
            <a:r>
              <a:rPr lang="en-US" sz="1700" dirty="0"/>
              <a:t> </a:t>
            </a:r>
            <a:r>
              <a:rPr lang="en-US" sz="1700" dirty="0" err="1"/>
              <a:t>keretében</a:t>
            </a:r>
            <a:r>
              <a:rPr lang="en-US" sz="1700" dirty="0"/>
              <a:t> </a:t>
            </a:r>
            <a:r>
              <a:rPr lang="en-US" sz="1700" dirty="0" err="1"/>
              <a:t>főleg</a:t>
            </a:r>
            <a:r>
              <a:rPr lang="en-US" sz="1700" dirty="0"/>
              <a:t> </a:t>
            </a:r>
            <a:r>
              <a:rPr lang="en-US" sz="1700" dirty="0" err="1"/>
              <a:t>az</a:t>
            </a:r>
            <a:r>
              <a:rPr lang="en-US" sz="1700" dirty="0"/>
              <a:t> Admin </a:t>
            </a:r>
            <a:r>
              <a:rPr lang="en-US" sz="1700" dirty="0" err="1"/>
              <a:t>szerepkörre</a:t>
            </a:r>
            <a:r>
              <a:rPr lang="en-US" sz="1700" dirty="0"/>
              <a:t> </a:t>
            </a:r>
            <a:r>
              <a:rPr lang="en-US" sz="1700" dirty="0" err="1"/>
              <a:t>helyezném</a:t>
            </a:r>
            <a:r>
              <a:rPr lang="en-US" sz="1700" dirty="0"/>
              <a:t> a </a:t>
            </a:r>
            <a:r>
              <a:rPr lang="en-US" sz="1700" dirty="0" err="1"/>
              <a:t>hangsúlyt</a:t>
            </a:r>
            <a:endParaRPr lang="en-US" sz="1700" dirty="0"/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US" sz="1700" dirty="0"/>
              <a:t>CRUD </a:t>
            </a:r>
            <a:r>
              <a:rPr lang="en-US" sz="1700" dirty="0" err="1"/>
              <a:t>műveletek</a:t>
            </a:r>
            <a:r>
              <a:rPr lang="en-US" sz="1700" dirty="0"/>
              <a:t> </a:t>
            </a:r>
            <a:r>
              <a:rPr lang="en-US" sz="1700" dirty="0" err="1"/>
              <a:t>termékek</a:t>
            </a:r>
            <a:r>
              <a:rPr lang="en-US" sz="1700" dirty="0"/>
              <a:t>, </a:t>
            </a:r>
            <a:r>
              <a:rPr lang="en-US" sz="1700" dirty="0" err="1"/>
              <a:t>eladások</a:t>
            </a:r>
            <a:r>
              <a:rPr lang="en-US" sz="1700" dirty="0"/>
              <a:t>, </a:t>
            </a:r>
            <a:r>
              <a:rPr lang="en-US" sz="1700" dirty="0" err="1"/>
              <a:t>rendelések</a:t>
            </a:r>
            <a:endParaRPr lang="en-US" sz="1700" dirty="0"/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US" sz="1700" dirty="0"/>
              <a:t>A </a:t>
            </a:r>
            <a:r>
              <a:rPr lang="en-US" sz="1700" dirty="0" err="1"/>
              <a:t>szolgáltatás</a:t>
            </a:r>
            <a:r>
              <a:rPr lang="en-US" sz="1700" dirty="0"/>
              <a:t> </a:t>
            </a:r>
            <a:r>
              <a:rPr lang="en-US" sz="1700" dirty="0" err="1"/>
              <a:t>célja</a:t>
            </a:r>
            <a:r>
              <a:rPr lang="en-US" sz="1700" dirty="0"/>
              <a:t> </a:t>
            </a:r>
            <a:r>
              <a:rPr lang="en-US" sz="1700" dirty="0" err="1"/>
              <a:t>hogy</a:t>
            </a:r>
            <a:r>
              <a:rPr lang="en-US" sz="1700" dirty="0"/>
              <a:t> a </a:t>
            </a:r>
            <a:r>
              <a:rPr lang="en-US" sz="1700" dirty="0" err="1"/>
              <a:t>kisbolt</a:t>
            </a:r>
            <a:r>
              <a:rPr lang="en-US" sz="1700" dirty="0"/>
              <a:t> </a:t>
            </a:r>
            <a:r>
              <a:rPr lang="en-US" sz="1700" dirty="0" err="1"/>
              <a:t>könnyen</a:t>
            </a:r>
            <a:r>
              <a:rPr lang="en-US" sz="1700" dirty="0"/>
              <a:t> </a:t>
            </a:r>
            <a:r>
              <a:rPr lang="en-US" sz="1700" dirty="0" err="1"/>
              <a:t>tudja</a:t>
            </a:r>
            <a:r>
              <a:rPr lang="en-US" sz="1700" dirty="0"/>
              <a:t> </a:t>
            </a:r>
            <a:r>
              <a:rPr lang="en-US" sz="1700" dirty="0" err="1"/>
              <a:t>számontartani</a:t>
            </a:r>
            <a:r>
              <a:rPr lang="en-US" sz="1700" dirty="0"/>
              <a:t> a </a:t>
            </a:r>
            <a:r>
              <a:rPr lang="en-US" sz="1700" dirty="0" err="1"/>
              <a:t>vállalkozása</a:t>
            </a:r>
            <a:r>
              <a:rPr lang="en-US" sz="1700" dirty="0"/>
              <a:t> </a:t>
            </a:r>
            <a:r>
              <a:rPr lang="en-US" sz="1700" dirty="0" err="1"/>
              <a:t>állapotát</a:t>
            </a:r>
            <a:endParaRPr lang="en-US" sz="1700" dirty="0"/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US" sz="1700" dirty="0" err="1"/>
              <a:t>Riportok</a:t>
            </a:r>
            <a:r>
              <a:rPr lang="en-US" sz="1700" dirty="0"/>
              <a:t> </a:t>
            </a:r>
            <a:r>
              <a:rPr lang="en-US" sz="1700" dirty="0" err="1"/>
              <a:t>készítése</a:t>
            </a:r>
            <a:r>
              <a:rPr lang="en-US" sz="1700" dirty="0"/>
              <a:t> a </a:t>
            </a:r>
            <a:r>
              <a:rPr lang="en-US" sz="1700" dirty="0" err="1"/>
              <a:t>táblázatokból</a:t>
            </a:r>
            <a:endParaRPr lang="en-US" sz="1700" dirty="0"/>
          </a:p>
          <a:p>
            <a:pPr marL="114300" algn="l"/>
            <a:endParaRPr lang="en-US" sz="1700" dirty="0"/>
          </a:p>
          <a:p>
            <a:pPr marL="114300" algn="l"/>
            <a:r>
              <a:rPr lang="en-US" sz="1700" dirty="0" err="1"/>
              <a:t>Továbbfejlesztési</a:t>
            </a:r>
            <a:r>
              <a:rPr lang="en-US" sz="1700" dirty="0"/>
              <a:t> </a:t>
            </a:r>
            <a:r>
              <a:rPr lang="en-US" sz="1700" dirty="0" err="1"/>
              <a:t>lehetőség</a:t>
            </a:r>
            <a:endParaRPr lang="en-US" sz="1700" dirty="0"/>
          </a:p>
          <a:p>
            <a:pPr marL="400050" indent="-285750" algn="l">
              <a:buFont typeface="Arial" panose="020B0604020202020204" pitchFamily="34" charset="0"/>
              <a:buChar char="•"/>
            </a:pPr>
            <a:r>
              <a:rPr lang="en-US" sz="1700" dirty="0" err="1"/>
              <a:t>Webshop</a:t>
            </a:r>
            <a:r>
              <a:rPr lang="en-US" sz="1700" dirty="0"/>
              <a:t>, </a:t>
            </a:r>
            <a:r>
              <a:rPr lang="en-US" sz="1700" dirty="0" err="1"/>
              <a:t>vásárló</a:t>
            </a:r>
            <a:r>
              <a:rPr lang="en-US" sz="1700" dirty="0"/>
              <a:t> </a:t>
            </a:r>
            <a:r>
              <a:rPr lang="en-US" sz="1700" dirty="0" err="1"/>
              <a:t>szerepkör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033247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6" name="Rectangle 70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19D093C-27FB-4032-B282-42C4563F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94548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AA948-207C-4A1C-9223-7DD321623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290" y="1780661"/>
            <a:ext cx="3582073" cy="1463472"/>
          </a:xfrm>
        </p:spPr>
        <p:txBody>
          <a:bodyPr anchor="t">
            <a:normAutofit/>
          </a:bodyPr>
          <a:lstStyle/>
          <a:p>
            <a:r>
              <a:rPr lang="en-US" sz="4100">
                <a:solidFill>
                  <a:schemeClr val="bg1"/>
                </a:solidFill>
              </a:rPr>
              <a:t>Alkalmazás funkciók, design</a:t>
            </a: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EE815E-1BD3-4777-B652-6D98825BF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7290" y="681628"/>
            <a:ext cx="1128382" cy="847206"/>
            <a:chOff x="668003" y="1684057"/>
            <a:chExt cx="1128382" cy="847206"/>
          </a:xfrm>
        </p:grpSpPr>
        <p:sp>
          <p:nvSpPr>
            <p:cNvPr id="76" name="Freeform 5">
              <a:extLst>
                <a:ext uri="{FF2B5EF4-FFF2-40B4-BE49-F238E27FC236}">
                  <a16:creationId xmlns:a16="http://schemas.microsoft.com/office/drawing/2014/main" id="{E6692982-4A7D-4392-87CD-F0CD4B027D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8003" y="1935883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196485F7-F277-4123-AC53-98EA4C8587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45893" y="1684057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05EECD4E-B325-40D8-A1BD-DB2C98F54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90" y="3383121"/>
            <a:ext cx="3582072" cy="2793251"/>
          </a:xfrm>
        </p:spPr>
        <p:txBody>
          <a:bodyPr anchor="t"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Táblázatos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megjelenítés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err="1">
                <a:solidFill>
                  <a:schemeClr val="bg1"/>
                </a:solidFill>
              </a:rPr>
              <a:t>Szerver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oldali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lapozás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sortolás</a:t>
            </a:r>
            <a:r>
              <a:rPr lang="en-US" sz="2000" dirty="0">
                <a:solidFill>
                  <a:schemeClr val="bg1"/>
                </a:solidFill>
              </a:rPr>
              <a:t>, </a:t>
            </a:r>
            <a:r>
              <a:rPr lang="en-US" sz="2000" dirty="0" err="1">
                <a:solidFill>
                  <a:schemeClr val="bg1"/>
                </a:solidFill>
              </a:rPr>
              <a:t>filterezés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CRUD </a:t>
            </a:r>
            <a:r>
              <a:rPr lang="en-US" sz="2000" dirty="0" err="1">
                <a:solidFill>
                  <a:schemeClr val="bg1"/>
                </a:solidFill>
              </a:rPr>
              <a:t>műveletek</a:t>
            </a:r>
            <a:endParaRPr lang="en-US" sz="2000" dirty="0">
              <a:solidFill>
                <a:schemeClr val="bg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6EFADE4-773F-4748-8FA4-1C59AA686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025" y="681628"/>
            <a:ext cx="6882493" cy="2676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BCA1CF6-F83E-44D6-86BB-BB0D3FA54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2025" y="3535191"/>
            <a:ext cx="6882493" cy="264118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047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CD251C-A887-4D2F-925B-FC09719853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B2069EE-A08E-44F0-B3F9-3CF8CC2DC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126740" cy="6857542"/>
          </a:xfrm>
          <a:custGeom>
            <a:avLst/>
            <a:gdLst>
              <a:gd name="connsiteX0" fmla="*/ 0 w 6126740"/>
              <a:gd name="connsiteY0" fmla="*/ 0 h 6857542"/>
              <a:gd name="connsiteX1" fmla="*/ 4980067 w 6126740"/>
              <a:gd name="connsiteY1" fmla="*/ 0 h 6857542"/>
              <a:gd name="connsiteX2" fmla="*/ 4992714 w 6126740"/>
              <a:gd name="connsiteY2" fmla="*/ 31774 h 6857542"/>
              <a:gd name="connsiteX3" fmla="*/ 6047722 w 6126740"/>
              <a:gd name="connsiteY3" fmla="*/ 2682457 h 6857542"/>
              <a:gd name="connsiteX4" fmla="*/ 6047722 w 6126740"/>
              <a:gd name="connsiteY4" fmla="*/ 3752208 h 6857542"/>
              <a:gd name="connsiteX5" fmla="*/ 4890218 w 6126740"/>
              <a:gd name="connsiteY5" fmla="*/ 6660411 h 6857542"/>
              <a:gd name="connsiteX6" fmla="*/ 4811756 w 6126740"/>
              <a:gd name="connsiteY6" fmla="*/ 6857542 h 6857542"/>
              <a:gd name="connsiteX7" fmla="*/ 0 w 6126740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26740" h="6857542">
                <a:moveTo>
                  <a:pt x="0" y="0"/>
                </a:moveTo>
                <a:lnTo>
                  <a:pt x="4980067" y="0"/>
                </a:lnTo>
                <a:lnTo>
                  <a:pt x="4992714" y="31774"/>
                </a:lnTo>
                <a:cubicBezTo>
                  <a:pt x="6047722" y="2682457"/>
                  <a:pt x="6047722" y="2682457"/>
                  <a:pt x="6047722" y="2682457"/>
                </a:cubicBezTo>
                <a:cubicBezTo>
                  <a:pt x="6153080" y="2988100"/>
                  <a:pt x="6153080" y="3446565"/>
                  <a:pt x="6047722" y="3752208"/>
                </a:cubicBezTo>
                <a:cubicBezTo>
                  <a:pt x="5563735" y="4968215"/>
                  <a:pt x="5185620" y="5918220"/>
                  <a:pt x="4890218" y="6660411"/>
                </a:cubicBezTo>
                <a:lnTo>
                  <a:pt x="4811756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79FB15-FF23-496E-A2EE-7395D21E1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7290" y="1289146"/>
            <a:ext cx="4153626" cy="427970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Felhasználni kívánt technológiák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12BF2FB-8A96-4B53-86A0-04755C545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3027" y="681628"/>
            <a:ext cx="1562267" cy="1172973"/>
            <a:chOff x="7493121" y="1000124"/>
            <a:chExt cx="1562267" cy="1172973"/>
          </a:xfrm>
        </p:grpSpPr>
        <p:sp>
          <p:nvSpPr>
            <p:cNvPr id="27" name="Freeform 5">
              <a:extLst>
                <a:ext uri="{FF2B5EF4-FFF2-40B4-BE49-F238E27FC236}">
                  <a16:creationId xmlns:a16="http://schemas.microsoft.com/office/drawing/2014/main" id="{893D4739-55F8-4E73-8F98-AF42D54BD4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3121" y="1348782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5">
              <a:extLst>
                <a:ext uri="{FF2B5EF4-FFF2-40B4-BE49-F238E27FC236}">
                  <a16:creationId xmlns:a16="http://schemas.microsoft.com/office/drawing/2014/main" id="{A1AA190F-FB42-4BED-8AA1-A5A01B43C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293221" y="1000124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tx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878784EB-6AF5-424C-BD44-8EF5F0B173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70545" y="1821076"/>
            <a:ext cx="5347252" cy="456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dirty="0"/>
              <a:t>Backend</a:t>
            </a:r>
            <a:endParaRPr lang="en-US" sz="17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Kotlin Spring backend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REST </a:t>
            </a:r>
            <a:r>
              <a:rPr lang="en-US" sz="1700" dirty="0" err="1"/>
              <a:t>api</a:t>
            </a:r>
            <a:r>
              <a:rPr lang="en-US" sz="1700" dirty="0"/>
              <a:t>, </a:t>
            </a:r>
            <a:r>
              <a:rPr lang="en-US" sz="1700" dirty="0" err="1"/>
              <a:t>OpenAPI</a:t>
            </a:r>
            <a:r>
              <a:rPr lang="en-US" sz="1700" dirty="0"/>
              <a:t> </a:t>
            </a:r>
            <a:r>
              <a:rPr lang="en-US" sz="1700" dirty="0" err="1"/>
              <a:t>Specificationből</a:t>
            </a:r>
            <a:r>
              <a:rPr lang="en-US" sz="1700" dirty="0"/>
              <a:t> </a:t>
            </a:r>
            <a:r>
              <a:rPr lang="en-US" sz="1700" dirty="0" err="1"/>
              <a:t>generálva</a:t>
            </a:r>
            <a:br>
              <a:rPr lang="en-US" sz="1700" dirty="0"/>
            </a:br>
            <a:r>
              <a:rPr lang="en-US" sz="1700" dirty="0">
                <a:hlinkClick r:id="rId2"/>
              </a:rPr>
              <a:t>https://github.com/OAI/OpenAPI-Specification</a:t>
            </a:r>
            <a:br>
              <a:rPr lang="en-US" sz="1700" dirty="0"/>
            </a:br>
            <a:r>
              <a:rPr lang="en-US" sz="1700" dirty="0">
                <a:hlinkClick r:id="rId3"/>
              </a:rPr>
              <a:t>https://github.com/swagger-api/swagger-cod</a:t>
            </a:r>
            <a:endParaRPr lang="en-US" sz="1700" dirty="0"/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 dirty="0" err="1"/>
              <a:t>Adatbázis</a:t>
            </a:r>
            <a:r>
              <a:rPr lang="en-US" sz="1700" dirty="0"/>
              <a:t>: Cassandra </a:t>
            </a:r>
            <a:br>
              <a:rPr lang="en-US" sz="1700" dirty="0"/>
            </a:br>
            <a:r>
              <a:rPr lang="en-US" sz="1700" dirty="0"/>
              <a:t>(</a:t>
            </a:r>
            <a:r>
              <a:rPr lang="en-US" sz="1700" dirty="0" err="1"/>
              <a:t>lehet</a:t>
            </a:r>
            <a:r>
              <a:rPr lang="en-US" sz="1700" dirty="0"/>
              <a:t> </a:t>
            </a:r>
            <a:r>
              <a:rPr lang="en-US" sz="1700" dirty="0" err="1"/>
              <a:t>mégis</a:t>
            </a:r>
            <a:r>
              <a:rPr lang="en-US" sz="1700" dirty="0"/>
              <a:t> job</a:t>
            </a:r>
            <a:r>
              <a:rPr lang="en-US" sz="1700" noProof="1"/>
              <a:t>b</a:t>
            </a:r>
            <a:r>
              <a:rPr lang="en-US" sz="1700" dirty="0"/>
              <a:t> </a:t>
            </a:r>
            <a:r>
              <a:rPr lang="en-US" sz="1700" dirty="0" err="1"/>
              <a:t>lenne</a:t>
            </a:r>
            <a:r>
              <a:rPr lang="en-US" sz="1700" dirty="0"/>
              <a:t> SQL?)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endParaRPr lang="en-US" sz="1700" dirty="0"/>
          </a:p>
          <a:p>
            <a:pPr algn="l"/>
            <a:r>
              <a:rPr lang="en-US" dirty="0"/>
              <a:t>Frontend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1700" dirty="0"/>
              <a:t>React, </a:t>
            </a:r>
            <a:r>
              <a:rPr lang="en-US" sz="1700" dirty="0" err="1"/>
              <a:t>templateből</a:t>
            </a:r>
            <a:r>
              <a:rPr lang="en-US" sz="1700" dirty="0"/>
              <a:t> </a:t>
            </a:r>
            <a:r>
              <a:rPr lang="en-US" sz="1700" dirty="0" err="1"/>
              <a:t>kiindulva</a:t>
            </a:r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32205322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118</Words>
  <Application>Microsoft Office PowerPoint</Application>
  <PresentationFormat>Widescreen</PresentationFormat>
  <Paragraphs>28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Kisbolti nyilvántartó</vt:lpstr>
      <vt:lpstr>Actorok és szerepkörök</vt:lpstr>
      <vt:lpstr>Alkalmazás funkciók, design</vt:lpstr>
      <vt:lpstr>Felhasználni kívánt technológiák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Felhasználni kívánt technológiák</dc:title>
  <dc:creator>Kovács Bence Zoltán</dc:creator>
  <cp:lastModifiedBy>Kovács Bence Zoltán</cp:lastModifiedBy>
  <cp:revision>7</cp:revision>
  <dcterms:created xsi:type="dcterms:W3CDTF">2021-02-23T20:10:48Z</dcterms:created>
  <dcterms:modified xsi:type="dcterms:W3CDTF">2021-02-23T21:21:28Z</dcterms:modified>
</cp:coreProperties>
</file>